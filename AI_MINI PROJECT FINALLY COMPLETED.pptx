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48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haranivendan-star/AI-DV-MINI-PROJECT" TargetMode="External"/><Relationship Id="rId2" Type="http://schemas.openxmlformats.org/officeDocument/2006/relationships/hyperlink" Target="AI%20MINIPROJECT%20REPORT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haranivendan-star/AI-DV-MINI-PROJECT/blob/4a51f47e2210bb71c01b0b5c35dafc91c82e8871/AI%20MINIPROJECT%20REPORT111129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Sudoku Solver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731031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2117240070060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Dharani vendan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10/29/2025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AI-Powered Sudoku Solver uses Artificial Intelligence techniques to automatically solve Sudoku puzzles of any difficulty level. 
The main goal is to build a system that understands the structure of a Sudoku grid, applies logical reasoning, and provides an accurate solution efficiently.   </a:t>
            </a:r>
          </a:p>
          <a:p>
            <a:pPr lvl="0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Result: 
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that can take any Sudoku puzzle as input and generate the correct solution using constraint satisfaction and backtracking algorithms. </a:t>
            </a: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Clearly introduce the topic, provide background context, explain why the problem matters, and highlight what the project aims to accomplish.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and Precise Problem Statement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 and the possibilities for the given 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GB" dirty="0"/>
              <a:t>The project is based on Artificial Intelligence search and constraint satisfaction principles.
Algorithm Used: Backtracking Algorithm
The Backtracking algorithm is a recursive approach that tries to fill empty Sudoku cells one by one, checking if the placement is valid at each step. 
If a conflict is found, the algorithm backtracks to the previous step and tries a new number.</a:t>
            </a:r>
          </a:p>
          <a:p>
            <a:pPr marL="457200" lvl="1" indent="0">
              <a:buNone/>
            </a:pPr>
            <a:endParaRPr lang="en-GB" b="1" dirty="0"/>
          </a:p>
          <a:p>
            <a:pPr marL="457200" lvl="1" indent="0">
              <a:buNone/>
            </a:pPr>
            <a:r>
              <a:rPr lang="en-GB" b="1" dirty="0"/>
              <a:t>Justification:</a:t>
            </a:r>
            <a:r>
              <a:rPr lang="en-GB" dirty="0"/>
              <a:t> 
Backtracking ensures correctness and completeness while maintaining reasonable computational complexity for a 9x9 Sudoku grid.
</a:t>
            </a:r>
            <a:r>
              <a:rPr lang="en-GB" b="1" dirty="0"/>
              <a:t>Example:</a:t>
            </a:r>
            <a:r>
              <a:rPr lang="en-GB" dirty="0"/>
              <a:t>
If the number 5 in row 1 column 3 causes a conflict, the algorithm reverts and tries 6, continuing until a valid configuration is found.</a:t>
            </a:r>
            <a:endParaRPr lang="en-US" dirty="0"/>
          </a:p>
          <a:p>
            <a:pPr lvl="1"/>
            <a:r>
              <a:rPr lang="en-GB" dirty="0"/>
              <a:t>Literature survey of the given problem and other possible algorithms</a:t>
            </a:r>
            <a:endParaRPr lang="en-US" dirty="0"/>
          </a:p>
          <a:p>
            <a:pPr lvl="1"/>
            <a:r>
              <a:rPr lang="en-GB" dirty="0"/>
              <a:t>Justification for choosing the algorithm</a:t>
            </a:r>
          </a:p>
          <a:p>
            <a:pPr lvl="1"/>
            <a:r>
              <a:rPr lang="en-GB" dirty="0"/>
              <a:t>Explanation of Algorithm with appropriate example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GitHub Repository:</a:t>
            </a:r>
          </a:p>
          <a:p>
            <a:pPr marL="0" indent="0">
              <a:buNone/>
            </a:pPr>
            <a:r>
              <a:rPr lang="en-GB" sz="2400" dirty="0">
                <a:hlinkClick r:id="rId2" action="ppaction://hlinkfile"/>
              </a:rPr>
              <a:t>https://github.com/dharanivendan-star/AI-DV-MINI-PROJECT</a:t>
            </a:r>
            <a:endParaRPr lang="en-GB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651490"/>
              </p:ext>
            </p:extLst>
          </p:nvPr>
        </p:nvGraphicFramePr>
        <p:xfrm>
          <a:off x="1453367" y="2972580"/>
          <a:ext cx="8128000" cy="203760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               </a:t>
                      </a:r>
                      <a:r>
                        <a:rPr lang="en-GB" sz="1800" dirty="0">
                          <a:hlinkClick r:id="rId3"/>
                        </a:rPr>
                        <a:t>LINK</a:t>
                      </a:r>
                      <a:endParaRPr lang="en-GB" sz="1800" dirty="0"/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91687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hlinkClick r:id="rId4"/>
                        </a:rPr>
                        <a:t>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              </a:t>
                      </a:r>
                      <a:r>
                        <a:rPr lang="en-GB" sz="1800" dirty="0">
                          <a:hlinkClick r:id="rId3"/>
                        </a:rPr>
                        <a:t>LINK</a:t>
                      </a:r>
                      <a:endParaRPr lang="en-GB" sz="1800" dirty="0"/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16" y="1267326"/>
            <a:ext cx="10891684" cy="4909637"/>
          </a:xfrm>
        </p:spPr>
        <p:txBody>
          <a:bodyPr/>
          <a:lstStyle/>
          <a:p>
            <a:pPr lvl="0"/>
            <a:r>
              <a:rPr lang="en-GB" dirty="0"/>
              <a:t>Output Screen shots:                               </a:t>
            </a:r>
          </a:p>
          <a:p>
            <a:pPr marL="0" lvl="0" indent="0">
              <a:buNone/>
            </a:pPr>
            <a:r>
              <a:rPr lang="en-GB" dirty="0"/>
              <a:t>        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13" name="Picture 12" descr="A screenshot of a game&#10;&#10;AI-generated content may be incorrect.">
            <a:extLst>
              <a:ext uri="{FF2B5EF4-FFF2-40B4-BE49-F238E27FC236}">
                <a16:creationId xmlns:a16="http://schemas.microsoft.com/office/drawing/2014/main" id="{8DD20B1F-05D4-7311-3294-0EB1DFB3F1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03748"/>
            <a:ext cx="4748408" cy="4795446"/>
          </a:xfrm>
          <a:prstGeom prst="rect">
            <a:avLst/>
          </a:prstGeom>
        </p:spPr>
      </p:pic>
      <p:pic>
        <p:nvPicPr>
          <p:cNvPr id="15" name="Screen Recording 2025-10-29 175133">
            <a:hlinkClick r:id="" action="ppaction://media"/>
            <a:extLst>
              <a:ext uri="{FF2B5EF4-FFF2-40B4-BE49-F238E27FC236}">
                <a16:creationId xmlns:a16="http://schemas.microsoft.com/office/drawing/2014/main" id="{04A17C3F-5699-E85A-666D-7ED365BF331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96000" y="1565753"/>
            <a:ext cx="5257800" cy="500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60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A1E3E-5D81-4508-A205-F140ACB05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GB" dirty="0"/>
              <a:t>Explanation: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400" dirty="0"/>
              <a:t>When you run the  python code , displays the output screen as above.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400" dirty="0"/>
              <a:t>Select how the level is difficultly , either easy or medium or hard or expert level.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When you turn on the AI mode ,when you click on AI step it will  automatically</a:t>
            </a:r>
          </a:p>
          <a:p>
            <a:pPr marL="0" indent="0">
              <a:buNone/>
            </a:pPr>
            <a:r>
              <a:rPr lang="en-US" sz="2400" dirty="0"/>
              <a:t>     generate the number to be filled in the next empty box by backtracking                     algorithm.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There is also a manual method ,you can try, if you place the wrong number in the particular place ,it will show in red color.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When  you click the  Solve  the puzzle is solved.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When the clear button is clicked it cleared numbers you or AI filled in the puzzle and to start from first.</a:t>
            </a:r>
            <a:endParaRPr lang="en-GB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6FF45-5DF9-7FA1-FF54-4598E3EF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3A8C6-22D1-9EFB-8C2A-0F16C4433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EDECD2-F4AB-48D2-B6DC-63706F8E5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9760974" cy="1009651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20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marL="0" lvl="0" indent="0">
              <a:buNone/>
            </a:pPr>
            <a:r>
              <a:rPr lang="en-GB" b="1" dirty="0"/>
              <a:t>Results and Future Enhancements:</a:t>
            </a:r>
          </a:p>
          <a:p>
            <a:pPr marL="0" lvl="0" indent="0">
              <a:buNone/>
            </a:pPr>
            <a:endParaRPr lang="en-GB" b="1" dirty="0"/>
          </a:p>
          <a:p>
            <a:pPr marL="0" lvl="0" indent="0">
              <a:buNone/>
            </a:pPr>
            <a:r>
              <a:rPr lang="en-US" dirty="0"/>
              <a:t>The project successfully demonstrates AI-based problem solving in a real-time interactive application. The backtracking algorithm performs accurately and efficiently for 9x9 Sudoku boards. Future improvements could include:</a:t>
            </a:r>
            <a:br>
              <a:rPr lang="en-US" dirty="0"/>
            </a:br>
            <a:r>
              <a:rPr lang="en-US" dirty="0"/>
              <a:t>- Step-by-step solving visualization.</a:t>
            </a:r>
            <a:br>
              <a:rPr lang="en-US" dirty="0"/>
            </a:br>
            <a:r>
              <a:rPr lang="en-US" dirty="0"/>
              <a:t>- Integration of image recognition for handwritten Sudoku.</a:t>
            </a:r>
            <a:br>
              <a:rPr lang="en-US" dirty="0"/>
            </a:br>
            <a:r>
              <a:rPr lang="en-US" dirty="0"/>
              <a:t>- Deployment as a web or mobile app.</a:t>
            </a:r>
            <a:br>
              <a:rPr lang="en-US" dirty="0"/>
            </a:br>
            <a:r>
              <a:rPr lang="en-US" dirty="0"/>
              <a:t>- Use of machine learning to optimize puzzle generation.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r>
              <a:rPr lang="en-GB" dirty="0"/>
              <a:t>1. Stuart Russell, Peter Norvig - Artificial Intelligence: A Modern Approach
2. GeeksforGeeks - Backtracking Algorithm Tutorials
3. Towards Data Science Blog - Sudoku Solvers using AI
4. Python.org Documentation - Recursion and Constraint Satisfaction Problems
5. ResearchGate Paper - Efficient Sudoku Solving Algorithms (May be books/on-line resources (E-Books, standard Videos and blogs Strictly no conversational agents like ChatGPT, Gemini etc.,)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115</TotalTime>
  <Words>656</Words>
  <Application>Microsoft Office PowerPoint</Application>
  <PresentationFormat>Widescreen</PresentationFormat>
  <Paragraphs>72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DEPARTMENT OF ARTIFICIAL INTELLIGENCE AND DATA SCIENCE ACADEMIC YEAR 2025 - 2026 SEMESTER III ARTIFICIAL INTELLIGENCE LABORATORY  MINI PROJECT REVIEW   AI-Powered Sudoku Solver</vt:lpstr>
      <vt:lpstr>PROBLEM STATEMENT</vt:lpstr>
      <vt:lpstr>THEORETICAL BACKGROUND</vt:lpstr>
      <vt:lpstr>IMPLEMENTATION AND CODE</vt:lpstr>
      <vt:lpstr>OUTPUT AND RESULTS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Dharani vendan s</cp:lastModifiedBy>
  <cp:revision>13</cp:revision>
  <dcterms:created xsi:type="dcterms:W3CDTF">2025-10-18T08:57:34Z</dcterms:created>
  <dcterms:modified xsi:type="dcterms:W3CDTF">2025-10-29T13:15:24Z</dcterms:modified>
</cp:coreProperties>
</file>